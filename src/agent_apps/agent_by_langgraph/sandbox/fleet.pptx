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eet-slid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75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C4D0"/>
                </a:solidFill>
              </a:rPr>
              <a:t>VOLTWAY 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Fleet pick: Ford Mustang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2331720"/>
            <a:ext cx="201168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880360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MSRP $49,995 vs $63,630 – $15k cheaper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38727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47287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80% charge in ~25 min (150 kW) vs 35 min (85 kW)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97096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0565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300 mi EPA range, comparable to Model Y’s 270 mi, with broader dealer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C2A8"/>
                </a:solidFill>
              </a:rPr>
              <a:t>VOLTWAY RECOMMENDS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600" b="1">
                <a:solidFill>
                  <a:srgbClr val="0A2540"/>
                </a:solidFill>
              </a:rPr>
              <a:t>Ford Mustang Mach‑E is chosen for the 100‑car fleet; Tesla Model Y is the runner‑up.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